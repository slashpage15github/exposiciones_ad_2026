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2876" autoAdjust="0"/>
  </p:normalViewPr>
  <p:slideViewPr>
    <p:cSldViewPr snapToGrid="0" snapToObjects="1">
      <p:cViewPr varScale="1">
        <p:scale>
          <a:sx n="52" d="100"/>
          <a:sy n="52" d="100"/>
        </p:scale>
        <p:origin x="184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6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8778240" y="4206240"/>
            <a:ext cx="1280160" cy="128016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</a:t>
            </a: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</a:t>
            </a: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 que le da estilo, vida y movimiento a la web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5029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clase de Desarrollo Web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</a:t>
            </a: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r>
              <a:rPr lang="en-US" sz="3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 — Hojas de Estilo en Cascada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lenguaje de diseño que describe cómo se muestra el HTML en pantalla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el contenido (HTML) de la presentación visual (CSS)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colores, tipografía, márgenes, tamaños y posicionamiento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"en cascada" porque las reglas se heredan y se sobrescriben según su prioridad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mantener un mismo diseño en cientos de páginas desde un solo archivo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60020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1A2E3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132320" y="180136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388352" y="18013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7644384" y="180136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13232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6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estilos.css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25146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.tarjeta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32320" y="28986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7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50" dirty="0">
                <a:solidFill>
                  <a:srgbClr val="F9A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#028090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328269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7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50" dirty="0">
                <a:solidFill>
                  <a:srgbClr val="F9A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18px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0" y="36667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7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350" dirty="0">
                <a:solidFill>
                  <a:srgbClr val="F9A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1rem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4050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0" y="5303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 →  propiedad  →  valor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la gran evolución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dividió las especificaciones en módulos independientes, permitiendo agregar funciones nuevas sin romper lo anterior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4650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17465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673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17320" y="20208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elementos en una sola dimensión (fila o columna) de forma flexible y sin usar floats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10881360" cy="0"/>
          </a:xfrm>
          <a:prstGeom prst="line">
            <a:avLst/>
          </a:prstGeom>
          <a:noFill/>
          <a:ln w="12700">
            <a:solidFill>
              <a:srgbClr val="DCE9E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Layout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17320" y="28803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cuadrículas bidimensionales; controla filas y columnas al mismo tiempo con precisión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10881360" cy="0"/>
          </a:xfrm>
          <a:prstGeom prst="line">
            <a:avLst/>
          </a:prstGeom>
          <a:noFill/>
          <a:ln w="12700">
            <a:solidFill>
              <a:srgbClr val="DCE9E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40080" y="3465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3392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 y Animaciones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417320" y="3739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movimiento a los elementos (@keyframes, transition) sin necesitar JavaScript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24528"/>
            <a:ext cx="10881360" cy="0"/>
          </a:xfrm>
          <a:prstGeom prst="line">
            <a:avLst/>
          </a:prstGeom>
          <a:noFill/>
          <a:ln w="12700">
            <a:solidFill>
              <a:srgbClr val="DCE9E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40080" y="4325112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40080" y="4325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417320" y="459943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el diseño según el tamaño de pantalla: la base del diseño responsivo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084064"/>
            <a:ext cx="10881360" cy="0"/>
          </a:xfrm>
          <a:prstGeom prst="line">
            <a:avLst/>
          </a:prstGeom>
          <a:noFill/>
          <a:ln w="12700">
            <a:solidFill>
              <a:srgbClr val="DCE9E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40080" y="51846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40080" y="5184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51114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Selectores y unidades avanzadas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17320" y="54589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nth-child, variables --custom, unidades rem/vh/vw y colores rgba/hsl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clásico vs. CSS3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objetivos, herramientas mucho más potentes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F2F5F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5B6B6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257800" cy="320040"/>
          </a:xfrm>
          <a:prstGeom prst="rect">
            <a:avLst/>
          </a:prstGeom>
          <a:solidFill>
            <a:srgbClr val="5B6B6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(clásico)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128016" cy="128016"/>
          </a:xfrm>
          <a:prstGeom prst="ellipse">
            <a:avLst/>
          </a:prstGeom>
          <a:solidFill>
            <a:srgbClr val="5B6B6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115568" y="244144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con floats y posicionamiento manual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300984"/>
            <a:ext cx="128016" cy="128016"/>
          </a:xfrm>
          <a:prstGeom prst="ellipse">
            <a:avLst/>
          </a:prstGeom>
          <a:solidFill>
            <a:srgbClr val="5B6B6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1115568" y="3154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animaciones nativas — se requería JavaScript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014216"/>
            <a:ext cx="128016" cy="128016"/>
          </a:xfrm>
          <a:prstGeom prst="ellipse">
            <a:avLst/>
          </a:prstGeom>
          <a:solidFill>
            <a:srgbClr val="5B6B6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115568" y="38679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adaptación real a distintas pantallas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727448"/>
            <a:ext cx="128016" cy="128016"/>
          </a:xfrm>
          <a:prstGeom prst="ellipse">
            <a:avLst/>
          </a:prstGeom>
          <a:solidFill>
            <a:srgbClr val="5B6B6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1115568" y="458114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limitados: nombres, HEX y RGB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440680"/>
            <a:ext cx="128016" cy="128016"/>
          </a:xfrm>
          <a:prstGeom prst="ellipse">
            <a:avLst/>
          </a:prstGeom>
          <a:solidFill>
            <a:srgbClr val="5B6B6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1115568" y="529437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fijos: casi todo en píxeles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1600200"/>
            <a:ext cx="5257800" cy="4572000"/>
          </a:xfrm>
          <a:prstGeom prst="roundRect">
            <a:avLst>
              <a:gd name="adj" fmla="val 2000"/>
            </a:avLst>
          </a:prstGeom>
          <a:solidFill>
            <a:srgbClr val="E6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6355080" y="1600200"/>
            <a:ext cx="525780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355080" y="1965960"/>
            <a:ext cx="525780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629400" y="160020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(moderno)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629400" y="258775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922008" y="244144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y Grid para layouts flexibles y precisos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29400" y="330098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6922008" y="3154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 y transiciones nativas (@keyframes)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40142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922008" y="38679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 real con media queries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9400" y="4727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922008" y="458114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avanzados: RGBA, HSL y transparencias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629400" y="5440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922008" y="529437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relativas: rem, vh, vw y variables --custom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desventajas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CSS3 resuelve muy bien, y lo que sigue siendo un reto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FFFFF">
              <a:alpha val="94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8640" y="2039112"/>
            <a:ext cx="5257800" cy="2926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29184" cy="32918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47802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responsivo real gracias a media queries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300984"/>
            <a:ext cx="329184" cy="32918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2296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19125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 y transiciones nativas, sin JavaScript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14216"/>
            <a:ext cx="329184" cy="32918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2296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90448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más limpio: separa contenido y presentación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727448"/>
            <a:ext cx="329184" cy="32918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22960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6177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(--custom-properties) fáciles de reutilizar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5440680"/>
            <a:ext cx="329184" cy="329184"/>
          </a:xfrm>
          <a:prstGeom prst="ellipse">
            <a:avLst/>
          </a:prstGeom>
          <a:solidFill>
            <a:srgbClr val="02C39A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2296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33095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Amplio soporte en todos los navegadores modernos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1691640"/>
            <a:ext cx="5257800" cy="4617720"/>
          </a:xfrm>
          <a:prstGeom prst="roundRect">
            <a:avLst>
              <a:gd name="adj" fmla="val 1980"/>
            </a:avLst>
          </a:prstGeom>
          <a:solidFill>
            <a:srgbClr val="FFFFFF">
              <a:alpha val="94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6355080" y="1691640"/>
            <a:ext cx="5257800" cy="640080"/>
          </a:xfrm>
          <a:prstGeom prst="roundRect">
            <a:avLst>
              <a:gd name="adj" fmla="val 14286"/>
            </a:avLst>
          </a:prstGeom>
          <a:solidFill>
            <a:srgbClr val="E1555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355080" y="2039112"/>
            <a:ext cx="5257800" cy="292608"/>
          </a:xfrm>
          <a:prstGeom prst="rect">
            <a:avLst/>
          </a:prstGeom>
          <a:solidFill>
            <a:srgbClr val="E1555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629400" y="16916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DESVENTAJAS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629400" y="2587752"/>
            <a:ext cx="329184" cy="329184"/>
          </a:xfrm>
          <a:prstGeom prst="ellipse">
            <a:avLst/>
          </a:prstGeom>
          <a:solidFill>
            <a:srgbClr val="E15554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62940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86600" y="2478024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Navegadores antiguos requieren prefijos (-webkit-, -moz-)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3300984"/>
            <a:ext cx="329184" cy="329184"/>
          </a:xfrm>
          <a:prstGeom prst="ellipse">
            <a:avLst/>
          </a:prstGeom>
          <a:solidFill>
            <a:srgbClr val="E15554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662940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86600" y="319125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y Grid tienen una curva de aprendizaje inicial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0" y="4014216"/>
            <a:ext cx="329184" cy="329184"/>
          </a:xfrm>
          <a:prstGeom prst="ellipse">
            <a:avLst/>
          </a:prstGeom>
          <a:solidFill>
            <a:srgbClr val="E15554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6629400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86600" y="3904488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proyectos grandes, sin orden, el CSS se vuelve difícil de mantener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29400" y="4727448"/>
            <a:ext cx="329184" cy="329184"/>
          </a:xfrm>
          <a:prstGeom prst="ellipse">
            <a:avLst/>
          </a:prstGeom>
          <a:solidFill>
            <a:srgbClr val="E15554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6629400" y="4727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86600" y="461772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cascada y la especificidad pueden generar conflictos confusos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29400" y="5440680"/>
            <a:ext cx="329184" cy="329184"/>
          </a:xfrm>
          <a:prstGeom prst="ellipse">
            <a:avLst/>
          </a:prstGeom>
          <a:solidFill>
            <a:srgbClr val="E15554">
              <a:alpha val="85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662940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086600" y="5330952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lenguaje de programación: sin bucles ni condicionales nativos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Office PowerPoint</Application>
  <PresentationFormat>Panorámica</PresentationFormat>
  <Paragraphs>78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ERIKA JASMIN DELGADO ALONSO</cp:lastModifiedBy>
  <cp:revision>2</cp:revision>
  <dcterms:created xsi:type="dcterms:W3CDTF">2026-08-24T19:27:37Z</dcterms:created>
  <dcterms:modified xsi:type="dcterms:W3CDTF">2026-08-25T02:17:17Z</dcterms:modified>
</cp:coreProperties>
</file>